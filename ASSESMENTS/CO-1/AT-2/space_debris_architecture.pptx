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8120063"/>
  <p:notesSz cx="81200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F2925-9FF7-413A-AE45-29BE68333C1F}" v="79" dt="2026-07-20T02:52:45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75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anda Tarigonda" userId="c63282db67948d4f" providerId="LiveId" clId="{4CD6E8FC-E4DC-4C83-9139-7A4459DBC029}"/>
    <pc:docChg chg="custSel addSld modSld sldOrd">
      <pc:chgData name="Kodanda Tarigonda" userId="c63282db67948d4f" providerId="LiveId" clId="{4CD6E8FC-E4DC-4C83-9139-7A4459DBC029}" dt="2026-07-20T02:58:32.726" v="800" actId="14100"/>
      <pc:docMkLst>
        <pc:docMk/>
      </pc:docMkLst>
      <pc:sldChg chg="addSp delSp modSp mod">
        <pc:chgData name="Kodanda Tarigonda" userId="c63282db67948d4f" providerId="LiveId" clId="{4CD6E8FC-E4DC-4C83-9139-7A4459DBC029}" dt="2026-07-20T02:58:32.726" v="800" actId="14100"/>
        <pc:sldMkLst>
          <pc:docMk/>
          <pc:sldMk cId="0" sldId="256"/>
        </pc:sldMkLst>
        <pc:spChg chg="mod">
          <ac:chgData name="Kodanda Tarigonda" userId="c63282db67948d4f" providerId="LiveId" clId="{4CD6E8FC-E4DC-4C83-9139-7A4459DBC029}" dt="2026-07-17T08:20:35.246" v="339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20:27.942" v="300" actId="1035"/>
          <ac:spMkLst>
            <pc:docMk/>
            <pc:sldMk cId="0" sldId="256"/>
            <ac:spMk id="6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20T02:58:22.724" v="799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20T02:58:32.726" v="800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20:03.905" v="189" actId="10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18:58.744" v="3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19:27.419" v="74" actId="103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19:22.162" v="59" actId="10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28:19.870" v="582" actId="103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33:43.888" v="585" actId="14100"/>
          <ac:spMkLst>
            <pc:docMk/>
            <pc:sldMk cId="0" sldId="256"/>
            <ac:spMk id="67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22:16.729" v="346" actId="14100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Kodanda Tarigonda" userId="c63282db67948d4f" providerId="LiveId" clId="{4CD6E8FC-E4DC-4C83-9139-7A4459DBC029}" dt="2026-07-17T08:22:30.647" v="381" actId="1038"/>
          <ac:spMkLst>
            <pc:docMk/>
            <pc:sldMk cId="0" sldId="256"/>
            <ac:spMk id="119" creationId="{00000000-0000-0000-0000-000000000000}"/>
          </ac:spMkLst>
        </pc:spChg>
        <pc:picChg chg="mod">
          <ac:chgData name="Kodanda Tarigonda" userId="c63282db67948d4f" providerId="LiveId" clId="{4CD6E8FC-E4DC-4C83-9139-7A4459DBC029}" dt="2026-07-17T08:19:50.050" v="170" actId="1036"/>
          <ac:picMkLst>
            <pc:docMk/>
            <pc:sldMk cId="0" sldId="256"/>
            <ac:picMk id="8" creationId="{00000000-0000-0000-0000-000000000000}"/>
          </ac:picMkLst>
        </pc:picChg>
        <pc:picChg chg="mod">
          <ac:chgData name="Kodanda Tarigonda" userId="c63282db67948d4f" providerId="LiveId" clId="{4CD6E8FC-E4DC-4C83-9139-7A4459DBC029}" dt="2026-07-17T08:19:32.496" v="94" actId="1036"/>
          <ac:picMkLst>
            <pc:docMk/>
            <pc:sldMk cId="0" sldId="256"/>
            <ac:picMk id="11" creationId="{00000000-0000-0000-0000-000000000000}"/>
          </ac:picMkLst>
        </pc:picChg>
        <pc:picChg chg="mod">
          <ac:chgData name="Kodanda Tarigonda" userId="c63282db67948d4f" providerId="LiveId" clId="{4CD6E8FC-E4DC-4C83-9139-7A4459DBC029}" dt="2026-07-17T08:19:07.611" v="5" actId="14100"/>
          <ac:picMkLst>
            <pc:docMk/>
            <pc:sldMk cId="0" sldId="256"/>
            <ac:picMk id="13" creationId="{00000000-0000-0000-0000-000000000000}"/>
          </ac:picMkLst>
        </pc:picChg>
        <pc:picChg chg="mod">
          <ac:chgData name="Kodanda Tarigonda" userId="c63282db67948d4f" providerId="LiveId" clId="{4CD6E8FC-E4DC-4C83-9139-7A4459DBC029}" dt="2026-07-20T02:46:39.247" v="586" actId="1076"/>
          <ac:picMkLst>
            <pc:docMk/>
            <pc:sldMk cId="0" sldId="256"/>
            <ac:picMk id="75" creationId="{00000000-0000-0000-0000-000000000000}"/>
          </ac:picMkLst>
        </pc:picChg>
        <pc:picChg chg="mod">
          <ac:chgData name="Kodanda Tarigonda" userId="c63282db67948d4f" providerId="LiveId" clId="{4CD6E8FC-E4DC-4C83-9139-7A4459DBC029}" dt="2026-07-17T08:22:22.110" v="347" actId="1076"/>
          <ac:picMkLst>
            <pc:docMk/>
            <pc:sldMk cId="0" sldId="256"/>
            <ac:picMk id="118" creationId="{00000000-0000-0000-0000-000000000000}"/>
          </ac:picMkLst>
        </pc:picChg>
        <pc:picChg chg="add mod">
          <ac:chgData name="Kodanda Tarigonda" userId="c63282db67948d4f" providerId="LiveId" clId="{4CD6E8FC-E4DC-4C83-9139-7A4459DBC029}" dt="2026-07-17T08:21:07.274" v="344" actId="1076"/>
          <ac:picMkLst>
            <pc:docMk/>
            <pc:sldMk cId="0" sldId="256"/>
            <ac:picMk id="133" creationId="{B9C65753-D5D4-99E0-472C-C60112245E6E}"/>
          </ac:picMkLst>
        </pc:picChg>
        <pc:picChg chg="add mod">
          <ac:chgData name="Kodanda Tarigonda" userId="c63282db67948d4f" providerId="LiveId" clId="{4CD6E8FC-E4DC-4C83-9139-7A4459DBC029}" dt="2026-07-17T08:24:59.698" v="442" actId="1037"/>
          <ac:picMkLst>
            <pc:docMk/>
            <pc:sldMk cId="0" sldId="256"/>
            <ac:picMk id="138" creationId="{1F8181B0-CA85-6A8E-1F8A-3024D29703A6}"/>
          </ac:picMkLst>
        </pc:picChg>
        <pc:picChg chg="add mod">
          <ac:chgData name="Kodanda Tarigonda" userId="c63282db67948d4f" providerId="LiveId" clId="{4CD6E8FC-E4DC-4C83-9139-7A4459DBC029}" dt="2026-07-17T08:25:48.605" v="486" actId="1038"/>
          <ac:picMkLst>
            <pc:docMk/>
            <pc:sldMk cId="0" sldId="256"/>
            <ac:picMk id="140" creationId="{AC6A4FEB-6A26-40D9-41A7-F519FF36C43B}"/>
          </ac:picMkLst>
        </pc:picChg>
        <pc:picChg chg="add mod">
          <ac:chgData name="Kodanda Tarigonda" userId="c63282db67948d4f" providerId="LiveId" clId="{4CD6E8FC-E4DC-4C83-9139-7A4459DBC029}" dt="2026-07-17T08:26:54.390" v="558" actId="1035"/>
          <ac:picMkLst>
            <pc:docMk/>
            <pc:sldMk cId="0" sldId="256"/>
            <ac:picMk id="142" creationId="{5A454D0C-6BF8-427E-B8CE-5ED5D6A16591}"/>
          </ac:picMkLst>
        </pc:picChg>
        <pc:picChg chg="add mod">
          <ac:chgData name="Kodanda Tarigonda" userId="c63282db67948d4f" providerId="LiveId" clId="{4CD6E8FC-E4DC-4C83-9139-7A4459DBC029}" dt="2026-07-17T08:27:20.986" v="560" actId="1076"/>
          <ac:picMkLst>
            <pc:docMk/>
            <pc:sldMk cId="0" sldId="256"/>
            <ac:picMk id="144" creationId="{4D56B540-24FE-3FD0-CF4E-43DC8D5CABD1}"/>
          </ac:picMkLst>
        </pc:picChg>
        <pc:picChg chg="add mod">
          <ac:chgData name="Kodanda Tarigonda" userId="c63282db67948d4f" providerId="LiveId" clId="{4CD6E8FC-E4DC-4C83-9139-7A4459DBC029}" dt="2026-07-17T08:28:28.430" v="584" actId="14100"/>
          <ac:picMkLst>
            <pc:docMk/>
            <pc:sldMk cId="0" sldId="256"/>
            <ac:picMk id="146" creationId="{2D4DD68B-EEE5-1669-0534-CC35865EAA32}"/>
          </ac:picMkLst>
        </pc:picChg>
        <pc:cxnChg chg="add del mod">
          <ac:chgData name="Kodanda Tarigonda" userId="c63282db67948d4f" providerId="LiveId" clId="{4CD6E8FC-E4DC-4C83-9139-7A4459DBC029}" dt="2026-07-20T02:46:57.484" v="588" actId="478"/>
          <ac:cxnSpMkLst>
            <pc:docMk/>
            <pc:sldMk cId="0" sldId="256"/>
            <ac:cxnSpMk id="41" creationId="{3733296E-BFE4-49EB-0097-966C1B17FE98}"/>
          </ac:cxnSpMkLst>
        </pc:cxnChg>
        <pc:cxnChg chg="add mod">
          <ac:chgData name="Kodanda Tarigonda" userId="c63282db67948d4f" providerId="LiveId" clId="{4CD6E8FC-E4DC-4C83-9139-7A4459DBC029}" dt="2026-07-20T02:47:24.865" v="593" actId="13822"/>
          <ac:cxnSpMkLst>
            <pc:docMk/>
            <pc:sldMk cId="0" sldId="256"/>
            <ac:cxnSpMk id="45" creationId="{02ACD9CC-765B-FC2E-C033-2BA1E638EEFF}"/>
          </ac:cxnSpMkLst>
        </pc:cxnChg>
        <pc:cxnChg chg="add mod">
          <ac:chgData name="Kodanda Tarigonda" userId="c63282db67948d4f" providerId="LiveId" clId="{4CD6E8FC-E4DC-4C83-9139-7A4459DBC029}" dt="2026-07-17T08:23:12.207" v="383" actId="1076"/>
          <ac:cxnSpMkLst>
            <pc:docMk/>
            <pc:sldMk cId="0" sldId="256"/>
            <ac:cxnSpMk id="134" creationId="{87490F87-DA70-FF51-072B-4E03633055B0}"/>
          </ac:cxnSpMkLst>
        </pc:cxnChg>
        <pc:cxnChg chg="add mod">
          <ac:chgData name="Kodanda Tarigonda" userId="c63282db67948d4f" providerId="LiveId" clId="{4CD6E8FC-E4DC-4C83-9139-7A4459DBC029}" dt="2026-07-17T08:23:39.519" v="385" actId="13822"/>
          <ac:cxnSpMkLst>
            <pc:docMk/>
            <pc:sldMk cId="0" sldId="256"/>
            <ac:cxnSpMk id="136" creationId="{49A29A0F-0295-3329-0C8B-448613E175E0}"/>
          </ac:cxnSpMkLst>
        </pc:cxnChg>
      </pc:sldChg>
      <pc:sldChg chg="addSp modSp new mod ord">
        <pc:chgData name="Kodanda Tarigonda" userId="c63282db67948d4f" providerId="LiveId" clId="{4CD6E8FC-E4DC-4C83-9139-7A4459DBC029}" dt="2026-07-20T02:57:45.376" v="795"/>
        <pc:sldMkLst>
          <pc:docMk/>
          <pc:sldMk cId="3296945953" sldId="257"/>
        </pc:sldMkLst>
        <pc:spChg chg="add mod">
          <ac:chgData name="Kodanda Tarigonda" userId="c63282db67948d4f" providerId="LiveId" clId="{4CD6E8FC-E4DC-4C83-9139-7A4459DBC029}" dt="2026-07-20T02:54:00.864" v="692" actId="20577"/>
          <ac:spMkLst>
            <pc:docMk/>
            <pc:sldMk cId="3296945953" sldId="257"/>
            <ac:spMk id="3" creationId="{D4DD97D8-B9E0-8E0B-79D1-8D1B5BC434F2}"/>
          </ac:spMkLst>
        </pc:spChg>
        <pc:picChg chg="add mod">
          <ac:chgData name="Kodanda Tarigonda" userId="c63282db67948d4f" providerId="LiveId" clId="{4CD6E8FC-E4DC-4C83-9139-7A4459DBC029}" dt="2026-07-20T02:51:47.749" v="654" actId="1035"/>
          <ac:picMkLst>
            <pc:docMk/>
            <pc:sldMk cId="3296945953" sldId="257"/>
            <ac:picMk id="2" creationId="{B7E90EEA-6909-920E-64F6-58888103AD77}"/>
          </ac:picMkLst>
        </pc:picChg>
      </pc:sldChg>
      <pc:sldChg chg="addSp modSp new mod ord">
        <pc:chgData name="Kodanda Tarigonda" userId="c63282db67948d4f" providerId="LiveId" clId="{4CD6E8FC-E4DC-4C83-9139-7A4459DBC029}" dt="2026-07-20T02:57:47.983" v="797"/>
        <pc:sldMkLst>
          <pc:docMk/>
          <pc:sldMk cId="523122587" sldId="258"/>
        </pc:sldMkLst>
        <pc:spChg chg="add mod">
          <ac:chgData name="Kodanda Tarigonda" userId="c63282db67948d4f" providerId="LiveId" clId="{4CD6E8FC-E4DC-4C83-9139-7A4459DBC029}" dt="2026-07-20T02:55:11.425" v="756" actId="255"/>
          <ac:spMkLst>
            <pc:docMk/>
            <pc:sldMk cId="523122587" sldId="258"/>
            <ac:spMk id="3" creationId="{3006264D-C9D2-388A-2BEF-6BBD9DAB8222}"/>
          </ac:spMkLst>
        </pc:spChg>
        <pc:spChg chg="add mod">
          <ac:chgData name="Kodanda Tarigonda" userId="c63282db67948d4f" providerId="LiveId" clId="{4CD6E8FC-E4DC-4C83-9139-7A4459DBC029}" dt="2026-07-20T02:56:32.566" v="793" actId="255"/>
          <ac:spMkLst>
            <pc:docMk/>
            <pc:sldMk cId="523122587" sldId="258"/>
            <ac:spMk id="5" creationId="{E8C9959B-DE12-3E05-77E7-9C270D21C3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505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E90EEA-6909-920E-64F6-58888103A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562" y="16645"/>
            <a:ext cx="57308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4DD97D8-B9E0-8E0B-79D1-8D1B5BC434F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570012" y="1107280"/>
            <a:ext cx="8870227" cy="688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9088" rIns="0" bIns="0" numCol="1" anchor="t" anchorCtr="0" compatLnSpc="1">
            <a:prstTxWarp prst="textNoShape">
              <a:avLst/>
            </a:prstTxWarp>
          </a:bodyPr>
          <a:lstStyle>
            <a:lvl1pPr marL="342900" indent="-342900" algn="ctr" rtl="0" eaLnBrk="0" fontAlgn="base" hangingPunct="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SPACE DEBRIS MANAGEMENT &amp; MITIGATION ARCHITECTURE</a:t>
            </a:r>
            <a:endParaRPr lang="en-US" sz="2000" dirty="0"/>
          </a:p>
          <a:p>
            <a:pPr eaLnBrk="1" hangingPunct="1"/>
            <a:r>
              <a:rPr lang="en-IN" altLang="en-US" sz="2000" b="1" dirty="0"/>
              <a:t>CO1-AT2</a:t>
            </a:r>
            <a:endParaRPr lang="en-IN" altLang="en-US" sz="2000" dirty="0"/>
          </a:p>
          <a:p>
            <a:pPr eaLnBrk="1" hangingPunct="1"/>
            <a:r>
              <a:rPr lang="en-IN" altLang="en-US" sz="2000" dirty="0"/>
              <a:t>Submitted in the partial </a:t>
            </a:r>
            <a:r>
              <a:rPr lang="en-IN" altLang="en-US" sz="2000" dirty="0" err="1"/>
              <a:t>ful</a:t>
            </a:r>
            <a:r>
              <a:rPr lang="en-IN" altLang="en-US" sz="2000" dirty="0"/>
              <a:t> </a:t>
            </a:r>
            <a:r>
              <a:rPr lang="en-IN" altLang="en-US" sz="2000" dirty="0" err="1"/>
              <a:t>fillment</a:t>
            </a:r>
            <a:r>
              <a:rPr lang="en-IN" altLang="en-US" sz="2000" dirty="0"/>
              <a:t> for the Course of</a:t>
            </a:r>
          </a:p>
          <a:p>
            <a:pPr eaLnBrk="1" hangingPunct="1"/>
            <a:r>
              <a:rPr lang="en-IN" altLang="en-US" sz="2000" b="1" dirty="0"/>
              <a:t>DSA0205-Computer Vision with OpenCV for Image Processing</a:t>
            </a:r>
            <a:endParaRPr lang="en-IN" altLang="en-US" sz="2000" dirty="0"/>
          </a:p>
          <a:p>
            <a:pPr eaLnBrk="1" hangingPunct="1"/>
            <a:r>
              <a:rPr lang="en-IN" altLang="en-US" sz="2000" dirty="0"/>
              <a:t>to the award of the degree of</a:t>
            </a:r>
          </a:p>
          <a:p>
            <a:pPr eaLnBrk="1" hangingPunct="1"/>
            <a:r>
              <a:rPr lang="en-IN" altLang="en-US" sz="2000" b="1" dirty="0"/>
              <a:t> B-tech </a:t>
            </a:r>
            <a:endParaRPr lang="en-IN" altLang="en-US" sz="2000" dirty="0"/>
          </a:p>
          <a:p>
            <a:pPr eaLnBrk="1" hangingPunct="1"/>
            <a:r>
              <a:rPr lang="en-IN" altLang="en-US" sz="2000" b="1" dirty="0"/>
              <a:t> ARTIFICIAL INTELLIGENCE AND DATA SCIENCE</a:t>
            </a:r>
            <a:endParaRPr lang="en-IN" altLang="en-US" sz="2000" dirty="0"/>
          </a:p>
          <a:p>
            <a:pPr eaLnBrk="1" hangingPunct="1"/>
            <a:r>
              <a:rPr lang="en-IN" altLang="en-US" sz="2000" b="1" dirty="0"/>
              <a:t>Submitted by</a:t>
            </a:r>
            <a:endParaRPr lang="en-IN" altLang="en-US" sz="2000" dirty="0"/>
          </a:p>
          <a:p>
            <a:pPr eaLnBrk="1" hangingPunct="1"/>
            <a:r>
              <a:rPr lang="en-IN" altLang="en-US" sz="2000" dirty="0"/>
              <a:t>T . Kodanda Ram [192524162]</a:t>
            </a:r>
          </a:p>
          <a:p>
            <a:pPr eaLnBrk="1" hangingPunct="1"/>
            <a:r>
              <a:rPr lang="en-IN" altLang="en-US" sz="2000" dirty="0"/>
              <a:t>Under the Supervision of</a:t>
            </a:r>
          </a:p>
          <a:p>
            <a:pPr eaLnBrk="1" hangingPunct="1"/>
            <a:r>
              <a:rPr lang="en-IN" altLang="en-US" sz="2000" dirty="0"/>
              <a:t>Dr. NARENTHIRA KUMAR A</a:t>
            </a:r>
          </a:p>
          <a:p>
            <a:pPr eaLnBrk="1" hangingPunct="1"/>
            <a:r>
              <a:rPr lang="en-IN" altLang="en-US" sz="2000" dirty="0"/>
              <a:t>Saveetha Institute of Medical and Technical Sciences</a:t>
            </a:r>
          </a:p>
          <a:p>
            <a:pPr eaLnBrk="1" hangingPunct="1"/>
            <a:r>
              <a:rPr lang="en-IN" altLang="en-US" sz="2000" dirty="0"/>
              <a:t>Chennai-602105</a:t>
            </a:r>
          </a:p>
          <a:p>
            <a:pPr eaLnBrk="1" hangingPunct="1"/>
            <a:r>
              <a:rPr lang="en-IN" altLang="en-US" sz="2000" dirty="0"/>
              <a:t>July 2026</a:t>
            </a:r>
          </a:p>
          <a:p>
            <a:pPr eaLnBrk="1" hangingPunct="1"/>
            <a:r>
              <a:rPr lang="en-IN" altLang="en-US" sz="2000" dirty="0"/>
              <a:t> </a:t>
            </a:r>
          </a:p>
          <a:p>
            <a:pPr eaLnBrk="1" hangingPunct="1"/>
            <a:endParaRPr lang="en-I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96945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06264D-C9D2-388A-2BEF-6BBD9DAB8222}"/>
              </a:ext>
            </a:extLst>
          </p:cNvPr>
          <p:cNvSpPr txBox="1"/>
          <p:nvPr/>
        </p:nvSpPr>
        <p:spPr>
          <a:xfrm>
            <a:off x="3047163" y="458251"/>
            <a:ext cx="6094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4000" dirty="0"/>
              <a:t>Abstract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9959B-DE12-3E05-77E7-9C270D21C34B}"/>
              </a:ext>
            </a:extLst>
          </p:cNvPr>
          <p:cNvSpPr txBox="1"/>
          <p:nvPr/>
        </p:nvSpPr>
        <p:spPr>
          <a:xfrm>
            <a:off x="532435" y="1559076"/>
            <a:ext cx="115746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Space debris has become a major challenge for the safety and sustainability of space missions because abandoned satellites, rocket fragments, and other orbital objects increase the risk of collisions. This project presents a </a:t>
            </a:r>
            <a:r>
              <a:rPr lang="en-IN" sz="2400" b="1" dirty="0"/>
              <a:t>Space Debris Management and Mitigation Architecture</a:t>
            </a:r>
            <a:r>
              <a:rPr lang="en-IN" sz="2400" dirty="0"/>
              <a:t> that provides a structured approach for detecting, tracking, assessing, and reducing orbital debris. The system collects data from ground-based sensors, space-based telescopes, existing </a:t>
            </a:r>
            <a:r>
              <a:rPr lang="en-IN" sz="2400" dirty="0" err="1"/>
              <a:t>catalog</a:t>
            </a:r>
            <a:r>
              <a:rPr lang="en-IN" sz="2400" dirty="0"/>
              <a:t> databases, and orbital mechanics information. The collected data is processed through orbital tracking, object correlation, and orbit determination to identify debris accurately. A risk assessment module evaluates collision probability, classifies debris, and identifies high-risk targets. Based on this analysis, the planning module supports active debris removal, in-orbit servicing, route planning, and safe re-entry trajectory design. Mission control coordinates guidance, navigation, communication, and robotic operations to execute debris mitigation tasks. The proposed architecture improves space safety, protects operational satellites, and supports the long-term sustainability of Earth's orbital environment. </a:t>
            </a:r>
          </a:p>
        </p:txBody>
      </p:sp>
    </p:spTree>
    <p:extLst>
      <p:ext uri="{BB962C8B-B14F-4D97-AF65-F5344CB8AC3E}">
        <p14:creationId xmlns:p14="http://schemas.microsoft.com/office/powerpoint/2010/main" val="52312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19063"/>
            <a:ext cx="1123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DEBRIS MANAGEMENT &amp; MITIGATION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71563" y="595313"/>
            <a:ext cx="10060781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61938" y="1238250"/>
            <a:ext cx="2214563" cy="4881563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61938" y="1332140"/>
            <a:ext cx="2214563" cy="42862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09563" y="1332140"/>
            <a:ext cx="2119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SURVEILLANCE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DATA ACQUISITION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9094" y="2002714"/>
            <a:ext cx="2000250" cy="7620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crops/tele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9" y="1975072"/>
            <a:ext cx="750094" cy="7024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1563" y="2082416"/>
            <a:ext cx="1250156" cy="415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TELESCOPES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90625" y="2487803"/>
            <a:ext cx="11310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(Optical/Infrared)</a:t>
            </a:r>
            <a:endParaRPr lang="en-US" sz="850" dirty="0"/>
          </a:p>
        </p:txBody>
      </p:sp>
      <p:pic>
        <p:nvPicPr>
          <p:cNvPr id="11" name="Image 1" descr="crops/photos_st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2764603"/>
            <a:ext cx="2024063" cy="952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7188" y="3833812"/>
            <a:ext cx="2000250" cy="9286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crops/di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3730829"/>
            <a:ext cx="839309" cy="8768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0156" y="4089154"/>
            <a:ext cx="11072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250156" y="4458588"/>
            <a:ext cx="1107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(Radar/Lidar)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357188" y="6274594"/>
            <a:ext cx="2000250" cy="7143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crops/clipboard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719" y="6310313"/>
            <a:ext cx="654844" cy="6548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31094" y="6310313"/>
            <a:ext cx="1166813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DATA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57188" y="7108031"/>
            <a:ext cx="2000250" cy="75009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crops/planet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719" y="7119938"/>
            <a:ext cx="714375" cy="7143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90625" y="7203281"/>
            <a:ext cx="113109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 DATA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2643188" y="1309688"/>
            <a:ext cx="3369469" cy="2857500"/>
          </a:xfrm>
          <a:prstGeom prst="roundRect">
            <a:avLst>
              <a:gd name="adj" fmla="val 3333"/>
            </a:avLst>
          </a:prstGeom>
          <a:solidFill>
            <a:srgbClr val="DDEB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>
            <a:off x="2643188" y="809625"/>
            <a:ext cx="3369469" cy="500063"/>
          </a:xfrm>
          <a:prstGeom prst="rect">
            <a:avLst/>
          </a:prstGeom>
          <a:solidFill>
            <a:srgbClr val="BDD7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/>
          <p:nvPr/>
        </p:nvSpPr>
        <p:spPr>
          <a:xfrm>
            <a:off x="2643188" y="809625"/>
            <a:ext cx="3369469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ORBITAL TRACKING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CATALOGUING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702719" y="1381125"/>
            <a:ext cx="1250156" cy="809625"/>
          </a:xfrm>
          <a:prstGeom prst="roundRect">
            <a:avLst>
              <a:gd name="adj" fmla="val 7353"/>
            </a:avLst>
          </a:prstGeom>
          <a:solidFill>
            <a:srgbClr val="EAF2FA"/>
          </a:solidFill>
          <a:ln w="952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2738438" y="1416844"/>
            <a:ext cx="1190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Data Filtering</a:t>
            </a:r>
            <a:endParaRPr lang="en-US" sz="950" dirty="0"/>
          </a:p>
        </p:txBody>
      </p:sp>
      <p:pic>
        <p:nvPicPr>
          <p:cNvPr id="28" name="Image 6" descr="crops/funnel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1313" y="1666875"/>
            <a:ext cx="797719" cy="511969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2702719" y="2274094"/>
            <a:ext cx="1250156" cy="809625"/>
          </a:xfrm>
          <a:prstGeom prst="roundRect">
            <a:avLst>
              <a:gd name="adj" fmla="val 7353"/>
            </a:avLst>
          </a:prstGeom>
          <a:solidFill>
            <a:srgbClr val="EAF2FA"/>
          </a:solidFill>
          <a:ln w="952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1"/>
          <p:cNvSpPr/>
          <p:nvPr/>
        </p:nvSpPr>
        <p:spPr>
          <a:xfrm>
            <a:off x="2738438" y="2297906"/>
            <a:ext cx="11906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Object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950" dirty="0"/>
          </a:p>
        </p:txBody>
      </p:sp>
      <p:pic>
        <p:nvPicPr>
          <p:cNvPr id="31" name="Image 7" descr="crops/correlation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6094" y="2667000"/>
            <a:ext cx="714375" cy="38100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2702719" y="3167063"/>
            <a:ext cx="1250156" cy="976313"/>
          </a:xfrm>
          <a:prstGeom prst="roundRect">
            <a:avLst>
              <a:gd name="adj" fmla="val 6098"/>
            </a:avLst>
          </a:prstGeom>
          <a:solidFill>
            <a:srgbClr val="EAF2FA"/>
          </a:solidFill>
          <a:ln w="952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3"/>
          <p:cNvSpPr/>
          <p:nvPr/>
        </p:nvSpPr>
        <p:spPr>
          <a:xfrm>
            <a:off x="2738438" y="3202781"/>
            <a:ext cx="11906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Orbit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Determination</a:t>
            </a:r>
            <a:endParaRPr lang="en-US" sz="950" dirty="0"/>
          </a:p>
        </p:txBody>
      </p:sp>
      <p:pic>
        <p:nvPicPr>
          <p:cNvPr id="34" name="Image 8" descr="crops/atom_orbit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7031" y="3571875"/>
            <a:ext cx="916781" cy="523875"/>
          </a:xfrm>
          <a:prstGeom prst="rect">
            <a:avLst/>
          </a:prstGeom>
        </p:spPr>
      </p:pic>
      <p:pic>
        <p:nvPicPr>
          <p:cNvPr id="35" name="Image 9" descr="crops/earth_debris_bi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8125" y="1452563"/>
            <a:ext cx="1905000" cy="2119313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6012656" y="1250156"/>
            <a:ext cx="2321719" cy="2857500"/>
          </a:xfrm>
          <a:prstGeom prst="roundRect">
            <a:avLst>
              <a:gd name="adj" fmla="val 4103"/>
            </a:avLst>
          </a:prstGeom>
          <a:solidFill>
            <a:srgbClr val="FCE9D6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5"/>
          <p:cNvSpPr/>
          <p:nvPr/>
        </p:nvSpPr>
        <p:spPr>
          <a:xfrm>
            <a:off x="6012656" y="809625"/>
            <a:ext cx="2321719" cy="440531"/>
          </a:xfrm>
          <a:prstGeom prst="rect">
            <a:avLst/>
          </a:prstGeom>
          <a:solidFill>
            <a:srgbClr val="F8CB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26"/>
          <p:cNvSpPr/>
          <p:nvPr/>
        </p:nvSpPr>
        <p:spPr>
          <a:xfrm>
            <a:off x="6012656" y="809625"/>
            <a:ext cx="232171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DEBRIS 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9" name="Shape 27"/>
          <p:cNvSpPr/>
          <p:nvPr/>
        </p:nvSpPr>
        <p:spPr>
          <a:xfrm>
            <a:off x="6072188" y="1333500"/>
            <a:ext cx="2202656" cy="809625"/>
          </a:xfrm>
          <a:prstGeom prst="roundRect">
            <a:avLst>
              <a:gd name="adj" fmla="val 7353"/>
            </a:avLst>
          </a:prstGeom>
          <a:solidFill>
            <a:srgbClr val="FDF3E9"/>
          </a:solidFill>
          <a:ln w="9525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28"/>
          <p:cNvSpPr/>
          <p:nvPr/>
        </p:nvSpPr>
        <p:spPr>
          <a:xfrm>
            <a:off x="5976937" y="1264053"/>
            <a:ext cx="2238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</a:t>
            </a:r>
            <a:r>
              <a:rPr lang="en-US" sz="1200" dirty="0"/>
              <a:t>  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Avoidance</a:t>
            </a:r>
            <a:endParaRPr lang="en-US" sz="1200" dirty="0"/>
          </a:p>
        </p:txBody>
      </p:sp>
      <p:sp>
        <p:nvSpPr>
          <p:cNvPr id="43" name="Shape 29"/>
          <p:cNvSpPr/>
          <p:nvPr/>
        </p:nvSpPr>
        <p:spPr>
          <a:xfrm>
            <a:off x="6072188" y="2166938"/>
            <a:ext cx="2202656" cy="762000"/>
          </a:xfrm>
          <a:prstGeom prst="roundRect">
            <a:avLst>
              <a:gd name="adj" fmla="val 7813"/>
            </a:avLst>
          </a:prstGeom>
          <a:solidFill>
            <a:srgbClr val="FDF3E9"/>
          </a:solidFill>
          <a:ln w="9525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0"/>
          <p:cNvSpPr/>
          <p:nvPr/>
        </p:nvSpPr>
        <p:spPr>
          <a:xfrm>
            <a:off x="7203281" y="2202656"/>
            <a:ext cx="10120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</a:t>
            </a:r>
            <a:endParaRPr lang="en-US" sz="950" dirty="0"/>
          </a:p>
        </p:txBody>
      </p:sp>
      <p:sp>
        <p:nvSpPr>
          <p:cNvPr id="46" name="Shape 31"/>
          <p:cNvSpPr/>
          <p:nvPr/>
        </p:nvSpPr>
        <p:spPr>
          <a:xfrm>
            <a:off x="6072188" y="2976563"/>
            <a:ext cx="1047750" cy="1166813"/>
          </a:xfrm>
          <a:prstGeom prst="roundRect">
            <a:avLst>
              <a:gd name="adj" fmla="val 5682"/>
            </a:avLst>
          </a:prstGeom>
          <a:solidFill>
            <a:srgbClr val="FDF3E9"/>
          </a:solidFill>
          <a:ln w="9525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2"/>
          <p:cNvSpPr/>
          <p:nvPr/>
        </p:nvSpPr>
        <p:spPr>
          <a:xfrm>
            <a:off x="6072188" y="3012281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49" name="Shape 33"/>
          <p:cNvSpPr/>
          <p:nvPr/>
        </p:nvSpPr>
        <p:spPr>
          <a:xfrm>
            <a:off x="7167563" y="2976563"/>
            <a:ext cx="1107281" cy="1166813"/>
          </a:xfrm>
          <a:prstGeom prst="roundRect">
            <a:avLst>
              <a:gd name="adj" fmla="val 5376"/>
            </a:avLst>
          </a:prstGeom>
          <a:solidFill>
            <a:srgbClr val="FDF3E9"/>
          </a:solidFill>
          <a:ln w="9525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34"/>
          <p:cNvSpPr/>
          <p:nvPr/>
        </p:nvSpPr>
        <p:spPr>
          <a:xfrm>
            <a:off x="7167563" y="3012281"/>
            <a:ext cx="11072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900" dirty="0"/>
          </a:p>
        </p:txBody>
      </p:sp>
      <p:pic>
        <p:nvPicPr>
          <p:cNvPr id="51" name="Image 14" descr="crops/target_identification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5188" y="3571875"/>
            <a:ext cx="1012031" cy="500063"/>
          </a:xfrm>
          <a:prstGeom prst="rect">
            <a:avLst/>
          </a:prstGeom>
        </p:spPr>
      </p:pic>
      <p:sp>
        <p:nvSpPr>
          <p:cNvPr id="52" name="Shape 35"/>
          <p:cNvSpPr/>
          <p:nvPr/>
        </p:nvSpPr>
        <p:spPr>
          <a:xfrm>
            <a:off x="8417719" y="1190625"/>
            <a:ext cx="3631406" cy="2917031"/>
          </a:xfrm>
          <a:prstGeom prst="roundRect">
            <a:avLst>
              <a:gd name="adj" fmla="val 3265"/>
            </a:avLst>
          </a:prstGeom>
          <a:solidFill>
            <a:srgbClr val="DCE6F1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36"/>
          <p:cNvSpPr/>
          <p:nvPr/>
        </p:nvSpPr>
        <p:spPr>
          <a:xfrm>
            <a:off x="8417719" y="809625"/>
            <a:ext cx="3631406" cy="381000"/>
          </a:xfrm>
          <a:prstGeom prst="rect">
            <a:avLst/>
          </a:prstGeom>
          <a:solidFill>
            <a:srgbClr val="C9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37"/>
          <p:cNvSpPr/>
          <p:nvPr/>
        </p:nvSpPr>
        <p:spPr>
          <a:xfrm>
            <a:off x="8417719" y="809625"/>
            <a:ext cx="36314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MISSION ASSIGNMENT</a:t>
            </a:r>
            <a:endParaRPr lang="en-US" sz="1300" dirty="0"/>
          </a:p>
        </p:txBody>
      </p:sp>
      <p:sp>
        <p:nvSpPr>
          <p:cNvPr id="55" name="Shape 38"/>
          <p:cNvSpPr/>
          <p:nvPr/>
        </p:nvSpPr>
        <p:spPr>
          <a:xfrm>
            <a:off x="8477250" y="1250156"/>
            <a:ext cx="1702594" cy="1226344"/>
          </a:xfrm>
          <a:prstGeom prst="roundRect">
            <a:avLst>
              <a:gd name="adj" fmla="val 4854"/>
            </a:avLst>
          </a:prstGeom>
          <a:solidFill>
            <a:srgbClr val="EEF3FB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39"/>
          <p:cNvSpPr/>
          <p:nvPr/>
        </p:nvSpPr>
        <p:spPr>
          <a:xfrm>
            <a:off x="8512969" y="1285875"/>
            <a:ext cx="16311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Planning</a:t>
            </a:r>
            <a:endParaRPr lang="en-US" sz="1000" dirty="0"/>
          </a:p>
        </p:txBody>
      </p:sp>
      <p:pic>
        <p:nvPicPr>
          <p:cNvPr id="57" name="Image 15" descr="crops/map_globe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6313" y="1547813"/>
            <a:ext cx="1500188" cy="809625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10239375" y="1250156"/>
            <a:ext cx="1762125" cy="1226344"/>
          </a:xfrm>
          <a:prstGeom prst="roundRect">
            <a:avLst>
              <a:gd name="adj" fmla="val 4854"/>
            </a:avLst>
          </a:prstGeom>
          <a:solidFill>
            <a:srgbClr val="EEF3FB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41"/>
          <p:cNvSpPr/>
          <p:nvPr/>
        </p:nvSpPr>
        <p:spPr>
          <a:xfrm>
            <a:off x="10263188" y="1285875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Debris Removal</a:t>
            </a:r>
            <a:endParaRPr lang="en-US" sz="1000" dirty="0"/>
          </a:p>
        </p:txBody>
      </p:sp>
      <p:pic>
        <p:nvPicPr>
          <p:cNvPr id="60" name="Image 16" descr="crops/satellite_net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82250" y="1547813"/>
            <a:ext cx="1524000" cy="809625"/>
          </a:xfrm>
          <a:prstGeom prst="rect">
            <a:avLst/>
          </a:prstGeom>
        </p:spPr>
      </p:pic>
      <p:sp>
        <p:nvSpPr>
          <p:cNvPr id="61" name="Shape 42"/>
          <p:cNvSpPr/>
          <p:nvPr/>
        </p:nvSpPr>
        <p:spPr>
          <a:xfrm>
            <a:off x="8477250" y="2500313"/>
            <a:ext cx="1702594" cy="1226344"/>
          </a:xfrm>
          <a:prstGeom prst="roundRect">
            <a:avLst>
              <a:gd name="adj" fmla="val 4854"/>
            </a:avLst>
          </a:prstGeom>
          <a:solidFill>
            <a:srgbClr val="EEF3FB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43"/>
          <p:cNvSpPr/>
          <p:nvPr/>
        </p:nvSpPr>
        <p:spPr>
          <a:xfrm>
            <a:off x="8512969" y="2536031"/>
            <a:ext cx="16311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In-Orbit Servicing</a:t>
            </a:r>
            <a:endParaRPr lang="en-US" sz="1000" dirty="0"/>
          </a:p>
        </p:txBody>
      </p:sp>
      <p:pic>
        <p:nvPicPr>
          <p:cNvPr id="63" name="Image 17" descr="crops/robot_arm_ic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6313" y="2774156"/>
            <a:ext cx="1500188" cy="904875"/>
          </a:xfrm>
          <a:prstGeom prst="rect">
            <a:avLst/>
          </a:prstGeom>
        </p:spPr>
      </p:pic>
      <p:sp>
        <p:nvSpPr>
          <p:cNvPr id="64" name="Shape 44"/>
          <p:cNvSpPr/>
          <p:nvPr/>
        </p:nvSpPr>
        <p:spPr>
          <a:xfrm>
            <a:off x="10239375" y="2500313"/>
            <a:ext cx="1762125" cy="1226344"/>
          </a:xfrm>
          <a:prstGeom prst="roundRect">
            <a:avLst>
              <a:gd name="adj" fmla="val 4854"/>
            </a:avLst>
          </a:prstGeom>
          <a:solidFill>
            <a:srgbClr val="EEF3FB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45"/>
          <p:cNvSpPr/>
          <p:nvPr/>
        </p:nvSpPr>
        <p:spPr>
          <a:xfrm>
            <a:off x="10263188" y="2524125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Re-entry Trajectory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pic>
        <p:nvPicPr>
          <p:cNvPr id="66" name="Image 18" descr="crops/reentry_map_ic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82250" y="2952750"/>
            <a:ext cx="1476375" cy="654844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2797969" y="4286250"/>
            <a:ext cx="4679155" cy="1785938"/>
          </a:xfrm>
          <a:prstGeom prst="roundRect">
            <a:avLst>
              <a:gd name="adj" fmla="val 5333"/>
            </a:avLst>
          </a:prstGeom>
          <a:solidFill>
            <a:srgbClr val="E2EFDA"/>
          </a:solidFill>
          <a:ln w="15875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47"/>
          <p:cNvSpPr/>
          <p:nvPr/>
        </p:nvSpPr>
        <p:spPr>
          <a:xfrm>
            <a:off x="2857500" y="4345781"/>
            <a:ext cx="5417344" cy="26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&amp; CONJUNCTION MONITORING</a:t>
            </a:r>
            <a:endParaRPr lang="en-US" sz="1300" dirty="0"/>
          </a:p>
        </p:txBody>
      </p:sp>
      <p:sp>
        <p:nvSpPr>
          <p:cNvPr id="69" name="Text 48"/>
          <p:cNvSpPr/>
          <p:nvPr/>
        </p:nvSpPr>
        <p:spPr>
          <a:xfrm>
            <a:off x="2797969" y="4738688"/>
            <a:ext cx="1190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950" dirty="0"/>
          </a:p>
        </p:txBody>
      </p:sp>
      <p:pic>
        <p:nvPicPr>
          <p:cNvPr id="70" name="Image 19" descr="crops/catalog_map_ico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57500" y="5214938"/>
            <a:ext cx="1131094" cy="738188"/>
          </a:xfrm>
          <a:prstGeom prst="rect">
            <a:avLst/>
          </a:prstGeom>
        </p:spPr>
      </p:pic>
      <p:sp>
        <p:nvSpPr>
          <p:cNvPr id="71" name="Text 49"/>
          <p:cNvSpPr/>
          <p:nvPr/>
        </p:nvSpPr>
        <p:spPr>
          <a:xfrm>
            <a:off x="4202906" y="4762500"/>
            <a:ext cx="145256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 Prediction</a:t>
            </a:r>
            <a:endParaRPr lang="en-US" sz="950" dirty="0"/>
          </a:p>
        </p:txBody>
      </p:sp>
      <p:pic>
        <p:nvPicPr>
          <p:cNvPr id="72" name="Image 20" descr="crops/orbital_graph_ic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62438" y="5179219"/>
            <a:ext cx="1333500" cy="773906"/>
          </a:xfrm>
          <a:prstGeom prst="rect">
            <a:avLst/>
          </a:prstGeom>
        </p:spPr>
      </p:pic>
      <p:sp>
        <p:nvSpPr>
          <p:cNvPr id="73" name="Text 50"/>
          <p:cNvSpPr/>
          <p:nvPr/>
        </p:nvSpPr>
        <p:spPr>
          <a:xfrm>
            <a:off x="5810250" y="4738688"/>
            <a:ext cx="1404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950" dirty="0"/>
          </a:p>
        </p:txBody>
      </p:sp>
      <p:pic>
        <p:nvPicPr>
          <p:cNvPr id="74" name="Image 21" descr="crops/object_localization_ic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93594" y="5214938"/>
            <a:ext cx="1238250" cy="702469"/>
          </a:xfrm>
          <a:prstGeom prst="rect">
            <a:avLst/>
          </a:prstGeom>
        </p:spPr>
      </p:pic>
      <p:pic>
        <p:nvPicPr>
          <p:cNvPr id="75" name="Image 22" descr="crops/wifi_ico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55718" y="4492777"/>
            <a:ext cx="738188" cy="595313"/>
          </a:xfrm>
          <a:prstGeom prst="rect">
            <a:avLst/>
          </a:prstGeom>
        </p:spPr>
      </p:pic>
      <p:sp>
        <p:nvSpPr>
          <p:cNvPr id="76" name="Shape 51"/>
          <p:cNvSpPr/>
          <p:nvPr/>
        </p:nvSpPr>
        <p:spPr>
          <a:xfrm>
            <a:off x="8417719" y="4191000"/>
            <a:ext cx="3690938" cy="1964531"/>
          </a:xfrm>
          <a:prstGeom prst="roundRect">
            <a:avLst>
              <a:gd name="adj" fmla="val 4848"/>
            </a:avLst>
          </a:prstGeom>
          <a:solidFill>
            <a:srgbClr val="E9DCF2"/>
          </a:solidFill>
          <a:ln w="1587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52"/>
          <p:cNvSpPr/>
          <p:nvPr/>
        </p:nvSpPr>
        <p:spPr>
          <a:xfrm>
            <a:off x="8417719" y="4226719"/>
            <a:ext cx="3690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78" name="Shape 53"/>
          <p:cNvSpPr/>
          <p:nvPr/>
        </p:nvSpPr>
        <p:spPr>
          <a:xfrm>
            <a:off x="8477250" y="4500563"/>
            <a:ext cx="1154906" cy="928688"/>
          </a:xfrm>
          <a:prstGeom prst="roundRect">
            <a:avLst>
              <a:gd name="adj" fmla="val 6410"/>
            </a:avLst>
          </a:prstGeom>
          <a:solidFill>
            <a:srgbClr val="F3ECF8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54"/>
          <p:cNvSpPr/>
          <p:nvPr/>
        </p:nvSpPr>
        <p:spPr>
          <a:xfrm>
            <a:off x="8489156" y="4524375"/>
            <a:ext cx="113109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Navigation,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(GNC)</a:t>
            </a:r>
            <a:endParaRPr lang="en-US" sz="850" dirty="0"/>
          </a:p>
        </p:txBody>
      </p:sp>
      <p:pic>
        <p:nvPicPr>
          <p:cNvPr id="80" name="Image 23" descr="crops/gnc_ic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48688" y="5024438"/>
            <a:ext cx="1035844" cy="357188"/>
          </a:xfrm>
          <a:prstGeom prst="rect">
            <a:avLst/>
          </a:prstGeom>
        </p:spPr>
      </p:pic>
      <p:sp>
        <p:nvSpPr>
          <p:cNvPr id="81" name="Shape 55"/>
          <p:cNvSpPr/>
          <p:nvPr/>
        </p:nvSpPr>
        <p:spPr>
          <a:xfrm>
            <a:off x="9667875" y="4500563"/>
            <a:ext cx="1214438" cy="928688"/>
          </a:xfrm>
          <a:prstGeom prst="roundRect">
            <a:avLst>
              <a:gd name="adj" fmla="val 6410"/>
            </a:avLst>
          </a:prstGeom>
          <a:solidFill>
            <a:srgbClr val="F3ECF8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56"/>
          <p:cNvSpPr/>
          <p:nvPr/>
        </p:nvSpPr>
        <p:spPr>
          <a:xfrm>
            <a:off x="9691688" y="4536281"/>
            <a:ext cx="116681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(Ground-Space)</a:t>
            </a:r>
            <a:endParaRPr lang="en-US" sz="850" dirty="0"/>
          </a:p>
        </p:txBody>
      </p:sp>
      <p:pic>
        <p:nvPicPr>
          <p:cNvPr id="83" name="Image 24" descr="crops/comm_ico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63125" y="4881563"/>
            <a:ext cx="1023938" cy="500063"/>
          </a:xfrm>
          <a:prstGeom prst="rect">
            <a:avLst/>
          </a:prstGeom>
        </p:spPr>
      </p:pic>
      <p:sp>
        <p:nvSpPr>
          <p:cNvPr id="84" name="Shape 57"/>
          <p:cNvSpPr/>
          <p:nvPr/>
        </p:nvSpPr>
        <p:spPr>
          <a:xfrm>
            <a:off x="10918031" y="4500563"/>
            <a:ext cx="1190625" cy="928688"/>
          </a:xfrm>
          <a:prstGeom prst="roundRect">
            <a:avLst>
              <a:gd name="adj" fmla="val 6410"/>
            </a:avLst>
          </a:prstGeom>
          <a:solidFill>
            <a:srgbClr val="F3ECF8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58"/>
          <p:cNvSpPr/>
          <p:nvPr/>
        </p:nvSpPr>
        <p:spPr>
          <a:xfrm>
            <a:off x="10929938" y="4536281"/>
            <a:ext cx="1166813" cy="26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System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50" dirty="0"/>
          </a:p>
        </p:txBody>
      </p:sp>
      <p:pic>
        <p:nvPicPr>
          <p:cNvPr id="86" name="Image 25" descr="crops/robotic_ico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77563" y="4822031"/>
            <a:ext cx="1071563" cy="571500"/>
          </a:xfrm>
          <a:prstGeom prst="rect">
            <a:avLst/>
          </a:prstGeom>
        </p:spPr>
      </p:pic>
      <p:sp>
        <p:nvSpPr>
          <p:cNvPr id="87" name="Shape 59"/>
          <p:cNvSpPr/>
          <p:nvPr/>
        </p:nvSpPr>
        <p:spPr>
          <a:xfrm>
            <a:off x="8477250" y="5500688"/>
            <a:ext cx="3631406" cy="571500"/>
          </a:xfrm>
          <a:prstGeom prst="roundRect">
            <a:avLst>
              <a:gd name="adj" fmla="val 10417"/>
            </a:avLst>
          </a:prstGeom>
          <a:solidFill>
            <a:srgbClr val="F3ECF8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60"/>
          <p:cNvSpPr/>
          <p:nvPr/>
        </p:nvSpPr>
        <p:spPr>
          <a:xfrm>
            <a:off x="8477250" y="5536406"/>
            <a:ext cx="36314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Actuation Commands</a:t>
            </a:r>
            <a:endParaRPr lang="en-US" sz="950" dirty="0"/>
          </a:p>
        </p:txBody>
      </p:sp>
      <p:sp>
        <p:nvSpPr>
          <p:cNvPr id="89" name="Text 61"/>
          <p:cNvSpPr/>
          <p:nvPr/>
        </p:nvSpPr>
        <p:spPr>
          <a:xfrm>
            <a:off x="8477250" y="5726906"/>
            <a:ext cx="36314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Conceptual: Thrust, Capture, De-orbit</a:t>
            </a:r>
            <a:endParaRPr lang="en-US" sz="850" dirty="0"/>
          </a:p>
        </p:txBody>
      </p:sp>
      <p:sp>
        <p:nvSpPr>
          <p:cNvPr id="90" name="Shape 62"/>
          <p:cNvSpPr/>
          <p:nvPr/>
        </p:nvSpPr>
        <p:spPr>
          <a:xfrm>
            <a:off x="8417719" y="6274594"/>
            <a:ext cx="3690938" cy="1452563"/>
          </a:xfrm>
          <a:prstGeom prst="roundRect">
            <a:avLst>
              <a:gd name="adj" fmla="val 6557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63"/>
          <p:cNvSpPr/>
          <p:nvPr/>
        </p:nvSpPr>
        <p:spPr>
          <a:xfrm>
            <a:off x="8417719" y="6334125"/>
            <a:ext cx="3690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OUTPUT / RESULTS</a:t>
            </a:r>
            <a:endParaRPr lang="en-US" sz="1300" dirty="0"/>
          </a:p>
        </p:txBody>
      </p:sp>
      <p:pic>
        <p:nvPicPr>
          <p:cNvPr id="92" name="Image 26" descr="crops/road_photo_ic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48688" y="6703219"/>
            <a:ext cx="714375" cy="547688"/>
          </a:xfrm>
          <a:prstGeom prst="rect">
            <a:avLst/>
          </a:prstGeom>
        </p:spPr>
      </p:pic>
      <p:pic>
        <p:nvPicPr>
          <p:cNvPr id="93" name="Image 27" descr="crops/verifiable_ico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25000" y="6703219"/>
            <a:ext cx="714375" cy="547688"/>
          </a:xfrm>
          <a:prstGeom prst="rect">
            <a:avLst/>
          </a:prstGeom>
        </p:spPr>
      </p:pic>
      <p:pic>
        <p:nvPicPr>
          <p:cNvPr id="94" name="Image 28" descr="crops/shield_icon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53688" y="6727031"/>
            <a:ext cx="559594" cy="547688"/>
          </a:xfrm>
          <a:prstGeom prst="rect">
            <a:avLst/>
          </a:prstGeom>
        </p:spPr>
      </p:pic>
      <p:pic>
        <p:nvPicPr>
          <p:cNvPr id="95" name="Image 29" descr="crops/barchart_icon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15688" y="6727031"/>
            <a:ext cx="690563" cy="547688"/>
          </a:xfrm>
          <a:prstGeom prst="rect">
            <a:avLst/>
          </a:prstGeom>
        </p:spPr>
      </p:pic>
      <p:sp>
        <p:nvSpPr>
          <p:cNvPr id="96" name="Text 64"/>
          <p:cNvSpPr/>
          <p:nvPr/>
        </p:nvSpPr>
        <p:spPr>
          <a:xfrm>
            <a:off x="8477250" y="7358063"/>
            <a:ext cx="9286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 Path</a:t>
            </a:r>
            <a:endParaRPr lang="en-US" sz="800" dirty="0"/>
          </a:p>
        </p:txBody>
      </p:sp>
      <p:sp>
        <p:nvSpPr>
          <p:cNvPr id="97" name="Text 65"/>
          <p:cNvSpPr/>
          <p:nvPr/>
        </p:nvSpPr>
        <p:spPr>
          <a:xfrm>
            <a:off x="9429750" y="7358063"/>
            <a:ext cx="976313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Object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Extrication</a:t>
            </a:r>
            <a:endParaRPr lang="en-US" sz="800" dirty="0"/>
          </a:p>
        </p:txBody>
      </p:sp>
      <p:sp>
        <p:nvSpPr>
          <p:cNvPr id="98" name="Text 66"/>
          <p:cNvSpPr/>
          <p:nvPr/>
        </p:nvSpPr>
        <p:spPr>
          <a:xfrm>
            <a:off x="10382250" y="7358063"/>
            <a:ext cx="7381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</a:t>
            </a:r>
            <a:endParaRPr lang="en-US" sz="800" dirty="0"/>
          </a:p>
        </p:txBody>
      </p:sp>
      <p:sp>
        <p:nvSpPr>
          <p:cNvPr id="99" name="Text 67"/>
          <p:cNvSpPr/>
          <p:nvPr/>
        </p:nvSpPr>
        <p:spPr>
          <a:xfrm>
            <a:off x="11132344" y="7358063"/>
            <a:ext cx="9286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Future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Count</a:t>
            </a:r>
            <a:endParaRPr lang="en-US" sz="800" dirty="0"/>
          </a:p>
        </p:txBody>
      </p:sp>
      <p:sp>
        <p:nvSpPr>
          <p:cNvPr id="100" name="Shape 68"/>
          <p:cNvSpPr/>
          <p:nvPr/>
        </p:nvSpPr>
        <p:spPr>
          <a:xfrm>
            <a:off x="2797968" y="6250781"/>
            <a:ext cx="2480087" cy="1452563"/>
          </a:xfrm>
          <a:prstGeom prst="roundRect">
            <a:avLst>
              <a:gd name="adj" fmla="val 4918"/>
            </a:avLst>
          </a:prstGeom>
          <a:ln w="12700">
            <a:solidFill>
              <a:srgbClr val="44444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69"/>
          <p:cNvSpPr/>
          <p:nvPr/>
        </p:nvSpPr>
        <p:spPr>
          <a:xfrm>
            <a:off x="2797969" y="6286500"/>
            <a:ext cx="22026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050" dirty="0"/>
          </a:p>
        </p:txBody>
      </p:sp>
      <p:sp>
        <p:nvSpPr>
          <p:cNvPr id="102" name="Shape 70"/>
          <p:cNvSpPr/>
          <p:nvPr/>
        </p:nvSpPr>
        <p:spPr>
          <a:xfrm>
            <a:off x="2917031" y="6524625"/>
            <a:ext cx="285750" cy="154781"/>
          </a:xfrm>
          <a:prstGeom prst="rect">
            <a:avLst/>
          </a:prstGeom>
          <a:solidFill>
            <a:srgbClr val="BDD7EE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71"/>
          <p:cNvSpPr/>
          <p:nvPr/>
        </p:nvSpPr>
        <p:spPr>
          <a:xfrm>
            <a:off x="3238500" y="6500813"/>
            <a:ext cx="1250156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 TRACKING</a:t>
            </a:r>
            <a:endParaRPr lang="en-US" sz="850" dirty="0"/>
          </a:p>
        </p:txBody>
      </p:sp>
      <p:sp>
        <p:nvSpPr>
          <p:cNvPr id="104" name="Shape 72"/>
          <p:cNvSpPr/>
          <p:nvPr/>
        </p:nvSpPr>
        <p:spPr>
          <a:xfrm>
            <a:off x="2917031" y="6750844"/>
            <a:ext cx="285750" cy="154781"/>
          </a:xfrm>
          <a:prstGeom prst="rect">
            <a:avLst/>
          </a:prstGeom>
          <a:solidFill>
            <a:srgbClr val="F8CBAD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73"/>
          <p:cNvSpPr/>
          <p:nvPr/>
        </p:nvSpPr>
        <p:spPr>
          <a:xfrm>
            <a:off x="3238500" y="6727031"/>
            <a:ext cx="1250156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850" dirty="0"/>
          </a:p>
        </p:txBody>
      </p:sp>
      <p:sp>
        <p:nvSpPr>
          <p:cNvPr id="106" name="Shape 74"/>
          <p:cNvSpPr/>
          <p:nvPr/>
        </p:nvSpPr>
        <p:spPr>
          <a:xfrm>
            <a:off x="2917031" y="6977063"/>
            <a:ext cx="285750" cy="154781"/>
          </a:xfrm>
          <a:prstGeom prst="rect">
            <a:avLst/>
          </a:prstGeom>
          <a:solidFill>
            <a:srgbClr val="D9E2F3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75"/>
          <p:cNvSpPr/>
          <p:nvPr/>
        </p:nvSpPr>
        <p:spPr>
          <a:xfrm>
            <a:off x="3238500" y="6953250"/>
            <a:ext cx="1250156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850" dirty="0"/>
          </a:p>
        </p:txBody>
      </p:sp>
      <p:sp>
        <p:nvSpPr>
          <p:cNvPr id="108" name="Shape 76"/>
          <p:cNvSpPr/>
          <p:nvPr/>
        </p:nvSpPr>
        <p:spPr>
          <a:xfrm>
            <a:off x="2917031" y="7203281"/>
            <a:ext cx="285750" cy="154781"/>
          </a:xfrm>
          <a:prstGeom prst="rect">
            <a:avLst/>
          </a:prstGeom>
          <a:solidFill>
            <a:srgbClr val="E2EFDA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77"/>
          <p:cNvSpPr/>
          <p:nvPr/>
        </p:nvSpPr>
        <p:spPr>
          <a:xfrm>
            <a:off x="3238500" y="7179469"/>
            <a:ext cx="1250156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110" name="Shape 78"/>
          <p:cNvSpPr/>
          <p:nvPr/>
        </p:nvSpPr>
        <p:spPr>
          <a:xfrm>
            <a:off x="4262438" y="6524625"/>
            <a:ext cx="285750" cy="154781"/>
          </a:xfrm>
          <a:prstGeom prst="rect">
            <a:avLst/>
          </a:prstGeom>
          <a:solidFill>
            <a:srgbClr val="E9DCF2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79"/>
          <p:cNvSpPr/>
          <p:nvPr/>
        </p:nvSpPr>
        <p:spPr>
          <a:xfrm>
            <a:off x="4583906" y="6500813"/>
            <a:ext cx="1250156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850" dirty="0"/>
          </a:p>
        </p:txBody>
      </p:sp>
      <p:sp>
        <p:nvSpPr>
          <p:cNvPr id="112" name="Shape 80"/>
          <p:cNvSpPr/>
          <p:nvPr/>
        </p:nvSpPr>
        <p:spPr>
          <a:xfrm>
            <a:off x="4262438" y="6750844"/>
            <a:ext cx="285750" cy="154781"/>
          </a:xfrm>
          <a:prstGeom prst="rect">
            <a:avLst/>
          </a:prstGeom>
          <a:solidFill>
            <a:srgbClr val="E9DCF2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81"/>
          <p:cNvSpPr/>
          <p:nvPr/>
        </p:nvSpPr>
        <p:spPr>
          <a:xfrm>
            <a:off x="4583906" y="6727031"/>
            <a:ext cx="1250156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50" dirty="0"/>
          </a:p>
        </p:txBody>
      </p:sp>
      <p:sp>
        <p:nvSpPr>
          <p:cNvPr id="114" name="Shape 82"/>
          <p:cNvSpPr/>
          <p:nvPr/>
        </p:nvSpPr>
        <p:spPr>
          <a:xfrm>
            <a:off x="4262438" y="6977063"/>
            <a:ext cx="285750" cy="154781"/>
          </a:xfrm>
          <a:prstGeom prst="rect">
            <a:avLst/>
          </a:prstGeom>
          <a:solidFill>
            <a:srgbClr val="FFF2CC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83"/>
          <p:cNvSpPr/>
          <p:nvPr/>
        </p:nvSpPr>
        <p:spPr>
          <a:xfrm>
            <a:off x="4583906" y="6953250"/>
            <a:ext cx="1250156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50" dirty="0"/>
          </a:p>
        </p:txBody>
      </p:sp>
      <p:sp>
        <p:nvSpPr>
          <p:cNvPr id="116" name="Shape 84"/>
          <p:cNvSpPr/>
          <p:nvPr/>
        </p:nvSpPr>
        <p:spPr>
          <a:xfrm>
            <a:off x="2917031" y="7453313"/>
            <a:ext cx="28575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85"/>
          <p:cNvSpPr/>
          <p:nvPr/>
        </p:nvSpPr>
        <p:spPr>
          <a:xfrm>
            <a:off x="3238500" y="7358063"/>
            <a:ext cx="1547813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Debris Data Flow</a:t>
            </a:r>
            <a:endParaRPr lang="en-US" sz="850" dirty="0"/>
          </a:p>
        </p:txBody>
      </p:sp>
      <p:pic>
        <p:nvPicPr>
          <p:cNvPr id="118" name="Image 30" descr="crops/adr_vehicl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99608" y="6305519"/>
            <a:ext cx="1309688" cy="1071563"/>
          </a:xfrm>
          <a:prstGeom prst="rect">
            <a:avLst/>
          </a:prstGeom>
        </p:spPr>
      </p:pic>
      <p:sp>
        <p:nvSpPr>
          <p:cNvPr id="119" name="Text 86"/>
          <p:cNvSpPr/>
          <p:nvPr/>
        </p:nvSpPr>
        <p:spPr>
          <a:xfrm>
            <a:off x="6245207" y="7375245"/>
            <a:ext cx="154781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VEHICLE</a:t>
            </a:r>
            <a:endParaRPr lang="en-US" sz="1050" dirty="0"/>
          </a:p>
        </p:txBody>
      </p:sp>
      <p:sp>
        <p:nvSpPr>
          <p:cNvPr id="120" name="Shape 87"/>
          <p:cNvSpPr/>
          <p:nvPr/>
        </p:nvSpPr>
        <p:spPr>
          <a:xfrm>
            <a:off x="2476500" y="1809750"/>
            <a:ext cx="166688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88"/>
          <p:cNvSpPr/>
          <p:nvPr/>
        </p:nvSpPr>
        <p:spPr>
          <a:xfrm>
            <a:off x="2500313" y="1809750"/>
            <a:ext cx="0" cy="227409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89"/>
          <p:cNvSpPr/>
          <p:nvPr/>
        </p:nvSpPr>
        <p:spPr>
          <a:xfrm>
            <a:off x="2500313" y="4083844"/>
            <a:ext cx="142875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90"/>
          <p:cNvSpPr/>
          <p:nvPr/>
        </p:nvSpPr>
        <p:spPr>
          <a:xfrm>
            <a:off x="2357438" y="6631781"/>
            <a:ext cx="202406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91"/>
          <p:cNvSpPr/>
          <p:nvPr/>
        </p:nvSpPr>
        <p:spPr>
          <a:xfrm>
            <a:off x="2559844" y="5119688"/>
            <a:ext cx="0" cy="151209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92"/>
          <p:cNvSpPr/>
          <p:nvPr/>
        </p:nvSpPr>
        <p:spPr>
          <a:xfrm>
            <a:off x="2559844" y="5119688"/>
            <a:ext cx="238125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93"/>
          <p:cNvSpPr/>
          <p:nvPr/>
        </p:nvSpPr>
        <p:spPr>
          <a:xfrm>
            <a:off x="4321969" y="4167188"/>
            <a:ext cx="0" cy="119063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94"/>
          <p:cNvSpPr/>
          <p:nvPr/>
        </p:nvSpPr>
        <p:spPr>
          <a:xfrm>
            <a:off x="10179844" y="4107656"/>
            <a:ext cx="0" cy="83344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95"/>
          <p:cNvSpPr/>
          <p:nvPr/>
        </p:nvSpPr>
        <p:spPr>
          <a:xfrm>
            <a:off x="10179844" y="6155531"/>
            <a:ext cx="0" cy="9525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96"/>
          <p:cNvSpPr/>
          <p:nvPr/>
        </p:nvSpPr>
        <p:spPr>
          <a:xfrm>
            <a:off x="8334375" y="4762500"/>
            <a:ext cx="83344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97"/>
          <p:cNvSpPr/>
          <p:nvPr/>
        </p:nvSpPr>
        <p:spPr>
          <a:xfrm>
            <a:off x="8298656" y="1785938"/>
            <a:ext cx="119063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98"/>
          <p:cNvSpPr/>
          <p:nvPr/>
        </p:nvSpPr>
        <p:spPr>
          <a:xfrm>
            <a:off x="8298656" y="4048125"/>
            <a:ext cx="119063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B9C65753-D5D4-99E0-472C-C60112245E6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2591" y="5025010"/>
            <a:ext cx="1678465" cy="838274"/>
          </a:xfrm>
          <a:prstGeom prst="rect">
            <a:avLst/>
          </a:prstGeom>
        </p:spPr>
      </p:pic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87490F87-DA70-FF51-072B-4E03633055B0}"/>
              </a:ext>
            </a:extLst>
          </p:cNvPr>
          <p:cNvCxnSpPr>
            <a:cxnSpLocks/>
          </p:cNvCxnSpPr>
          <p:nvPr/>
        </p:nvCxnSpPr>
        <p:spPr>
          <a:xfrm flipV="1">
            <a:off x="2246526" y="2979535"/>
            <a:ext cx="630316" cy="44023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9A29A0F-0295-3329-0C8B-448613E175E0}"/>
              </a:ext>
            </a:extLst>
          </p:cNvPr>
          <p:cNvCxnSpPr/>
          <p:nvPr/>
        </p:nvCxnSpPr>
        <p:spPr>
          <a:xfrm flipV="1">
            <a:off x="2381251" y="1785937"/>
            <a:ext cx="321468" cy="607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id="{1F8181B0-CA85-6A8E-1F8A-3024D29703A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62929" y="1731866"/>
            <a:ext cx="777307" cy="35055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AC6A4FEB-6A26-40D9-41A7-F519FF36C43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21377" y="3404440"/>
            <a:ext cx="967824" cy="66299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5A454D0C-6BF8-427E-B8CE-5ED5D6A1659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5635" y="2231300"/>
            <a:ext cx="1120237" cy="624894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4D56B540-24FE-3FD0-CF4E-43DC8D5CABD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15872" y="2375989"/>
            <a:ext cx="883997" cy="510584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2D4DD68B-EEE5-1669-0534-CC35865EAA3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110316" y="1559835"/>
            <a:ext cx="926403" cy="523897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2ACD9CC-765B-FC2E-C033-2BA1E638EEFF}"/>
              </a:ext>
            </a:extLst>
          </p:cNvPr>
          <p:cNvCxnSpPr/>
          <p:nvPr/>
        </p:nvCxnSpPr>
        <p:spPr>
          <a:xfrm>
            <a:off x="7477124" y="5055154"/>
            <a:ext cx="9167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394</Words>
  <Application>Microsoft Office PowerPoint</Application>
  <PresentationFormat>Custom</PresentationFormat>
  <Paragraphs>88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Kodanda Tarigonda</cp:lastModifiedBy>
  <cp:revision>1</cp:revision>
  <dcterms:created xsi:type="dcterms:W3CDTF">2026-07-17T08:16:23Z</dcterms:created>
  <dcterms:modified xsi:type="dcterms:W3CDTF">2026-07-20T02:58:32Z</dcterms:modified>
</cp:coreProperties>
</file>